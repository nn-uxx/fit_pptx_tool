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0" cy="243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薬の無料アイコン9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